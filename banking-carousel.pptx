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8" r:id="rId11"/>
    <p:sldId id="264" r:id="rId12"/>
    <p:sldId id="265" r:id="rId13"/>
  </p:sld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7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250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FF841-A60C-210B-7C5C-E9865615A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5DB82-5D3E-0BF7-8139-54F9AF6CE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023C1-E888-7AB8-4254-90BD38D16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DC030-7897-2645-A291-697C97DBC0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91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18BA4-BD51-375C-8CA5-48CEC3D93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FE571-9581-5F6F-9509-F1A072EF5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96037-6B81-B850-7C19-E20DECDB1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7AC75-7900-D23E-B845-A3E66EF72B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79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680960" cy="7315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DATA STACK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production-grade data engineering pipeline</a:t>
            </a:r>
            <a:endParaRPr lang="en-US" sz="20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OLTP to analytics-ready dashboards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1115568" cy="1371600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64008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70408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29968" y="6217920"/>
            <a:ext cx="1115568" cy="1371600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432" y="64008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29968" y="70408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328416" y="6217920"/>
            <a:ext cx="1115568" cy="1371600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64008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28416" y="70408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626864" y="6217920"/>
            <a:ext cx="1115568" cy="1371600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640080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26864" y="70408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5925312" y="6217920"/>
            <a:ext cx="1115568" cy="1371600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640080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925312" y="70408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7223760" y="6217920"/>
            <a:ext cx="1115568" cy="1371600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6400800"/>
            <a:ext cx="548640" cy="5486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23760" y="70408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731520" y="8229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Omkar Badadale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6217920" y="8229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real-time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data pipeline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5661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3429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6-Table OLTP Schema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920240" y="3840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Customers, accounts, transactions, loans,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branches, and audit log with ENUMs and triggers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470916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9834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4846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CDC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920240" y="5257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Debezium captures every INSERT, UPDATE,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from PostgreSQL WAL in real time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612648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64008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0240" y="62636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Architecture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920240" y="6675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(raw) → Silver (typed) → Gold (marts)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SCD Type-2 history tracking via dbt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" y="754380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78181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20240" y="7680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Dashboards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920240" y="8092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connected to Snowflake Gold layer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4 dashboard pages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flows from</a:t>
            </a:r>
            <a:endParaRPr lang="en-US" sz="3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to dashboard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99923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OLTP source with ACID,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ENUMs, triggers, audit log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3584448"/>
            <a:ext cx="0" cy="1828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3767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+ Debezium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37673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WAL-based CDC streams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in real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88720" y="4425696"/>
            <a:ext cx="0" cy="1828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4681728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4608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 (S3)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460857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Date-partitioned JSON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in object storage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88720" y="5266944"/>
            <a:ext cx="0" cy="1828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552297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5522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54498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544982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Orchestrates ingestion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batch FLATTEN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88720" y="6108192"/>
            <a:ext cx="0" cy="1828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6364224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6364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37360" y="6291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89120" y="62910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→ Silver → Gold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Architecture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88720" y="6949440"/>
            <a:ext cx="0" cy="1828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4400" y="720547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7205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37360" y="7132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89120" y="7132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Staging, marts, SCD-2,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tests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88720" y="7790688"/>
            <a:ext cx="0" cy="1828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4400" y="80467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8046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37360" y="7973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89120" y="79735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3-page enterprise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on Gold layer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Debezium doesn't send</a:t>
            </a:r>
            <a:endParaRPr lang="en-US" sz="3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Debezium's JsonConverter base64-encodes PostgreSQL NUMERIC types, sends dates as days-since-epoch, and timestamps as microsecond integers. Most tutorials skip this entirely.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DEBEZIUM SENDS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"annual_income": "IOl6"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"date_of_birth": 13429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"created_at": 1707003388657140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384048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ACTUALLY MEANS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45720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annual_income: $21,569.22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date_of_birth: 2006-10-04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created_at: 2024-02-04 03:36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7132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custom Snowflake JavaScript UDF to decode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byte arrays back to usable dollar amounts.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hours to minutes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 HOURS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INSERT per record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connection per row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seconds per record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→ Insert → Commit → Close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repeated 40,000 times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56032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MINUTES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0" y="41148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INSERT per file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connection per table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seconds per 100 records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FLATTEN(PARSE_JSON(...))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batch insert in one query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7132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220x faster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" y="7772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break between systems, not inside them.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MODELING WITH DBT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CDC payloads</a:t>
            </a:r>
            <a:endParaRPr lang="en-US" sz="3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business-ready marts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768096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tables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31089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Debezium CDC payloads stored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Snowflake VARIANT (semi-structured JSON)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4846320"/>
            <a:ext cx="768096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5486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staging views + 2 SCD snapshots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50292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Typed, deduplicated, Debezium-decoded.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UDF for base64 NUMERIC,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epoch-to-timestamp conversions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6766560"/>
            <a:ext cx="768096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6949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7406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dimensions + 3 fact tables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69494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dim_customers, dim_accounts,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fct_transactions, fct_daily_balances,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fct_loan_performance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OLTP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40K+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21792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31520" y="6492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0" y="49377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0" y="5303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474720" y="6492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49377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5303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220x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217920" y="6492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0347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GRAPH + DASHBOARDS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dbt Lineage Graph Screenshot ]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F02822-CF23-BD0A-1BC9-954392555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56863"/>
            <a:ext cx="7680960" cy="34151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A54DF4-A586-2193-1948-2A614453E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17168"/>
            <a:ext cx="7680960" cy="35107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9BE5A-2180-6EC2-97EB-25019BA6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27DECD-4B68-73C3-D805-6A1A5B98437A}"/>
              </a:ext>
            </a:extLst>
          </p:cNvPr>
          <p:cNvSpPr/>
          <p:nvPr/>
        </p:nvSpPr>
        <p:spPr>
          <a:xfrm>
            <a:off x="731520" y="781143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0C694F-476C-AB5B-9697-BE54A9DE7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07871"/>
            <a:ext cx="7680960" cy="432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44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09038-E112-5747-D8EE-13493DA1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DD9DFD-5C8B-5A8F-3306-421160978842}"/>
              </a:ext>
            </a:extLst>
          </p:cNvPr>
          <p:cNvSpPr/>
          <p:nvPr/>
        </p:nvSpPr>
        <p:spPr>
          <a:xfrm>
            <a:off x="731520" y="781143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600" dirty="0"/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71DE4F3E-3408-9B2C-6CA9-9B3BFBC32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91124"/>
            <a:ext cx="7772400" cy="436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45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WITH GITHUB ACTIONS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558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push triggers automated validation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324595" cy="219456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2016" y="2114038"/>
            <a:ext cx="3324595" cy="288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— Pull Requests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97591" y="2489156"/>
            <a:ext cx="2493446" cy="1443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dbt compile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dbt run (CI schema)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dbt test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Isolated CI_TEST schema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920240"/>
            <a:ext cx="3324595" cy="219456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26280" y="2082012"/>
            <a:ext cx="3324595" cy="288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— Merge to Main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4734" y="2489155"/>
            <a:ext cx="2493446" cy="1443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dbt snapshot (SCD-2)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dbt run (production)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dbt test (validation)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Path-filtered triggers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6766560"/>
            <a:ext cx="76809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67665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GitHub Actions Green Pipeline Screenshot ]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EE026D-66C6-5E39-8064-C91291EC7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89" y="4479657"/>
            <a:ext cx="7772400" cy="40309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680960" cy="7315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repo is</a:t>
            </a:r>
            <a:endParaRPr lang="en-US" sz="4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on GitHub.</a:t>
            </a:r>
            <a:endParaRPr lang="en-US" sz="4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3840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github.com/omkarb40/Banking-data-pipeline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50292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building a data engineering portfolio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preparing for interviews, feel free to fork it,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it and learn from the mistakes I made.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6858000"/>
            <a:ext cx="7680960" cy="7315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7315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Omkar Badadale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7772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Data Science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8229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#DataEngineering  #ApacheKafka  #Snowflake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#dbt  #Airflow  #ModernDataStack  #CDC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611</Words>
  <Application>Microsoft Macintosh PowerPoint</Application>
  <PresentationFormat>Custom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Modern Data Stack</dc:title>
  <dc:subject>PptxGenJS Presentation</dc:subject>
  <dc:creator>Omkar Badadale</dc:creator>
  <cp:lastModifiedBy>OmkarAnnaray Badadale</cp:lastModifiedBy>
  <cp:revision>4</cp:revision>
  <dcterms:created xsi:type="dcterms:W3CDTF">2026-06-15T04:01:59Z</dcterms:created>
  <dcterms:modified xsi:type="dcterms:W3CDTF">2026-06-15T12:46:15Z</dcterms:modified>
</cp:coreProperties>
</file>